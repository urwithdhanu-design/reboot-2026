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D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EE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Reboot 2026 Insurance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2044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8E6D7"/>
                </a:solidFill>
              </a:defRPr>
            </a:pPr>
            <a:r>
              <a:t>End-to-end digital insurance · KYC · Wallet · Canton minting · Claims · Parametric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Canton Network · Daml ledger · insure360-83a36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Platform vision &amp; architecture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Customer journey: KYC → Wallet → Policy → Mint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Claims: manual review &amp; parametric automation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GBP fund flows: premium, vendor reserve, claims pool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AI, blockchain &amp; Canton integration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Vendor portal &amp; admin operations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Cloud deployment &amp; demo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Reboot 2026 — digital insurance distribution on GCP with Canton as the ledger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Customer web (React) + Admin console + 12+ Java/Python microservices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GBP wallets (demo) + policy certificates minted on Canton via Daml templates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Parametric claims (flight delay, telematics) with ≤£500 auto-settle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Firebase Hosting (same-origin /api/*) → Cloud Run microservices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Production GCP project: insure360-83a36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D97706"/>
                </a:solidFill>
              </a:defRPr>
            </a:pPr>
            <a:r>
              <a:t>Insight: Wallet-service holds GBP; Canton ledger mirrors policies and settlements for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D38"/>
                </a:solidFill>
              </a:defRPr>
            </a:pPr>
            <a:r>
              <a:t>Microservices map (local ports)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Responsibility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KYC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Auth, KYC, AI agent, assistant hints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Policy service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8082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Quotes, payments, policies, vendors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Wallet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Customer wallets, vendor reserve, claims pool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Claims service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8085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Claim workflow &amp; settlement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Parametric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Oracle rules, auto-triggers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Blockchain orchestrator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8088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Canton mint, ledger, claim settle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Chatbot assistance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8090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Stallion RAG chatbot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Canton ledger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internal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Daml sandbox / JSON API for policy NFTs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Architecture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Experience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Customer app (localhost:5174) · Admin console (localhost:5175) · Vendor portal</a:t>
            </a:r>
          </a:p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Core services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KYC · Wallet · Policy · Claims · Parametric · Payment · Notification</a:t>
            </a:r>
          </a:p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Ledger &amp; intelligence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Blockchain orchestrator · Canton · Ledger sidecar · Fraud scorer</a:t>
            </a:r>
          </a:p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AI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KYC auto-agent · Stallion chatbot · Flight oracle · Screen assistant</a:t>
            </a:r>
          </a:p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Events (optional)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Pub/Sub: customer-events, policy-events, wallet-events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Customer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CF5EB"/>
                </a:solidFill>
              </a:defRPr>
            </a:pPr>
            <a:r>
              <a:t>Identity → Wallet → Cover → On-chain certificate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1 · KYC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Register → Upload ID + selfie → Submit KYC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AI KYC agent (default ON) or manual admin review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Admin approve → pending_consent (not straight to verified)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Customer accepts digitisation consent → verified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Publishes CustomerVerified event (does not auto-create wallet)</a:t>
            </a:r>
          </a:p>
          <a:p>
            <a:pPr lvl="1">
              <a:defRPr sz="1400">
                <a:solidFill>
                  <a:srgbClr val="1A1F1C"/>
                </a:solidFill>
              </a:defRPr>
            </a:pPr>
            <a:r>
              <a:t>→ Gate for wallet creation and Canton policy mint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D97706"/>
                </a:solidFill>
              </a:defRPr>
            </a:pPr>
            <a:r>
              <a:t>Insight: Two consent layers: KYC digitisation vs wallet email consent.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2 · Wallet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Requires kyc_status = verified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Create secure wallet (demo SHA-256 address) or link external 0x address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Status → connected · publishes WalletLinked event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Policy service retries any pending Canton mints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Premium payment via POST /api/payments/wallet debits customer wallet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Claim payout can auto-provision wallet if address known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3 · Policy issuance &amp; minting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Quote → Pay premium (wallet) → Policy ISSUED (off-chain record)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Premium credits vendor reserve (vendor-vitality, vendor-homeshield)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Mint gates: paid + KYC verified + wallet connected + compliance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Orchestrator mints policy NFT on Canton → status MINTED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Post-mint: parametric rules auto-provisioned (travel / motor)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Admin can force mint from Tokenization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D97706"/>
                </a:solidFill>
              </a:defRPr>
            </a:pPr>
            <a:r>
              <a:t>Insight: Deferred mint: policy can be ISSUED while waiting for wallet.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Claims &amp; settlement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CF5EB"/>
                </a:solidFill>
              </a:defRPr>
            </a:pPr>
            <a:r>
              <a:t>Manual review · Parametric automation · GBP payout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4 · Manual claim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Customer submits claim → pending_approval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Admin review → approve (re-verify Canton + coverage cap)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Wallet-service: claims-pool debit → customer wallet credit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Coverage consumed on policy · chain settlement (best-effort)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Status → settled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Open queries block approval until resolved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5 · Parametric settlement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Rules created at mint from quote answers (flight, telematics)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Triggers: admin simulate · live flight oracle poll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Threshold matched → parametric claim created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≤ £500: auto approveAndSettle immediately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&gt; £500: joins manual approval queue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Chain record (oracle → pool) is audit-only; GBP moves at credit-claim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6 · Fund transfer (claim success)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Premium inflow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Customer wallet −£ → Vendor reserve +£ (vendor_premium)</a:t>
            </a:r>
          </a:p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Pool funding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Vendor reserve → Claims pool (vendor_contribution)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Admin top-up · Demo seed: £100k claims pool, £50k per vendor reserve</a:t>
            </a:r>
          </a:p>
          <a:p>
            <a:pPr>
              <a:spcBef>
                <a:spcPts val="1000"/>
              </a:spcBef>
              <a:defRPr sz="1600" b="1">
                <a:solidFill>
                  <a:srgbClr val="006A4D"/>
                </a:solidFill>
              </a:defRPr>
            </a:pPr>
            <a:r>
              <a:t>Claim payout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Claims pool −£ → Customer wallet +£ (idempotent per claimId)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Canton ledger mirrors: claims-pool → customer wallet (on-chain settlement record)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D97706"/>
                </a:solidFill>
              </a:defRPr>
            </a:pPr>
            <a:r>
              <a:t>Insight: Claims paid from claims-pool — vendors must contribute reserve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D38"/>
                </a:solidFill>
              </a:defRPr>
            </a:pPr>
            <a:r>
              <a:t>AI &amp; automation touchpoints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KYC AI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kyc-service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Auto-approve submissions (toggle in admin)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Stallion chatbot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chatbot :8090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RAG insurance Q&amp;A for customers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Screen assistant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kyc-service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Contextual hints per screen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Flight oracle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parametric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Poll delay data; trigger rules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Fraud scorer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Heuristic on mint/settle txs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Deferred mint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policy-service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Retry on WalletLinked event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Auto-settle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claims-service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Parametric claims ≤ £500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Blockchain &amp; Canton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Policy NFT mint via blockchain-orchestrator → Canton JSON API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Insurance chain: PoA validator, typed ledgers (POLICY, CLAIMS, AUDIT)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Claim settlement recorded on-chain (parallel to wallet GBP)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Admin: Tokenization queue, Chain Monitor, Blockchain Ledger UI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Canton JSON API + ledger sidecar for Daml template wire-up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Document hashes &amp; fraud scoring at transaction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Vendor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Partners: Vitality (health-plan) · HomeShield (home-insurance)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Vendor reserve receives customer premiums (vendor_premium tx)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Vendor portal: fund shared claims pool from reserve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Vitality quote UI: /vendors/vitality → /quote/health-plan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Demo logins: vendor.vitality@example.com / VendorDemo123!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Claim settlement debits claims-pool (not vendor reserve directly)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Admin operations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KYC review queue · Customer registry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Tokenization / mint queue · Compliance controls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Claims approval · Parametric simulation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Wallet ops: claims pool top-up, vendor reserves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Platform flows reference (login page animation)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Chain observability · Reports · Vendor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A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5603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CF5EB"/>
                </a:solidFill>
              </a:defRPr>
            </a:pPr>
            <a:r>
              <a:t>Cloud Run + Firebase Hosting · GCP insure360-83a36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4D38"/>
                </a:solidFill>
              </a:defRPr>
            </a:pPr>
            <a:r>
              <a:t>Live &amp; local URLs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App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Local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Production</a:t>
                      </a:r>
                    </a:p>
                  </a:txBody>
                  <a:tcPr>
                    <a:solidFill>
                      <a:srgbClr val="006A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Customer 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http://localhost:5174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https://insure360-83a36.web.app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Admin console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http://localhost:5175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https://insure360-83a36-admin.web.app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Vendor 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localhost:5175/vendor/portal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Same admin hosting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Admin login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admin@reboot2026.local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Reboot2026!Admin (seeded)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Deploy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local-dev.cmd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deploy\deploy-cloud-run.cmd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Deploy UIs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npm run dev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F1C"/>
                          </a:solidFill>
                        </a:defRPr>
                      </a:pPr>
                      <a:r>
                        <a:t>deploy\deploy-firebase.cmd</a:t>
                      </a:r>
                    </a:p>
                  </a:txBody>
                  <a:tcPr>
                    <a:solidFill>
                      <a:srgbClr val="E8F5E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Cloud deployment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setup-gcp-project.ps1 — APIs, Artifact Registry, Firebase sites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setup-cloud-sql.ps1 — PostgreSQL instance (optional)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setup-pubsub.cmd — Event bus topics (optional)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deploy-cloud-run.cmd — All microservices + Canton ledger to Cloud Run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deploy-firebase.cmd — Customer + admin SPAs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Deploy flags: enable Cloud SQL and Pub/Sub via setup scripts + env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Demo walkthrough (local)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1. Register → KYC → accept consent → verified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2. Create wallet → WalletLinked → pending policies mint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3. Get quote → Pay from wallet → vendor reserve credited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4. Vendor portal → contribute to claims pool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5. File claim OR simulate parametric flight delay (admin)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6. Approve claim → customer wallet credited from claims-pool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D97706"/>
                </a:solidFill>
              </a:defRPr>
            </a:pPr>
            <a:r>
              <a:t>Insight: Start: local-dev.cmd setup &amp;&amp; local-dev.cmd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4D38"/>
                </a:solidFill>
              </a:defRPr>
            </a:pPr>
            <a:r>
              <a:t>Key design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Wallet creation is always user-initiated after KYC — never automatic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Policies can be ISSUED off-chain while waiting for wallet + mint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GBP truth in wallet-service; blockchain is audit &amp; compliance mirror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Parametric ≤£500 auto-settle reduces ops load for small claims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Vendors must fund claims-pool before sustainable claim payouts</a:t>
            </a:r>
          </a:p>
          <a:p>
            <a:pPr>
              <a:spcAft>
                <a:spcPts val="600"/>
              </a:spcAft>
              <a:defRPr sz="1500">
                <a:solidFill>
                  <a:srgbClr val="1A1F1C"/>
                </a:solidFill>
              </a:defRPr>
            </a:pPr>
            <a:r>
              <a:t>Same-origin API via Firebase rewrites — no VITE_API_BASE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Reboot 2026 Insurance · Canton Platform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D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EE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2044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8E6D7"/>
                </a:solidFill>
              </a:defRPr>
            </a:pPr>
            <a:r>
              <a:t>docs/PLATFORM-FLOWS.md · docs/HOSTING-ACCESS.md · deploy/README.md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A635F"/>
                </a:solidFill>
              </a:defRPr>
            </a:pPr>
            <a:r>
              <a:t>Canton Network · Daml ledger · insure360-83a36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